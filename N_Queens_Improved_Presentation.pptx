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63" r:id="rId3"/>
    <p:sldId id="266" r:id="rId4"/>
    <p:sldId id="265" r:id="rId5"/>
    <p:sldId id="264" r:id="rId6"/>
    <p:sldId id="268" r:id="rId7"/>
    <p:sldId id="269" r:id="rId8"/>
    <p:sldId id="270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5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elrahman hamouda" userId="5d256279cb33498f" providerId="LiveId" clId="{4AFE6104-7B1C-4839-9D2C-95443A303709}"/>
    <pc:docChg chg="undo custSel addSld delSld modSld sldOrd">
      <pc:chgData name="abdelrahman hamouda" userId="5d256279cb33498f" providerId="LiveId" clId="{4AFE6104-7B1C-4839-9D2C-95443A303709}" dt="2026-04-20T16:07:54.983" v="431" actId="14100"/>
      <pc:docMkLst>
        <pc:docMk/>
      </pc:docMkLst>
      <pc:sldChg chg="del">
        <pc:chgData name="abdelrahman hamouda" userId="5d256279cb33498f" providerId="LiveId" clId="{4AFE6104-7B1C-4839-9D2C-95443A303709}" dt="2026-04-20T16:04:28.115" v="402" actId="2696"/>
        <pc:sldMkLst>
          <pc:docMk/>
          <pc:sldMk cId="0" sldId="256"/>
        </pc:sldMkLst>
      </pc:sldChg>
      <pc:sldChg chg="del">
        <pc:chgData name="abdelrahman hamouda" userId="5d256279cb33498f" providerId="LiveId" clId="{4AFE6104-7B1C-4839-9D2C-95443A303709}" dt="2026-04-20T16:06:09.860" v="414" actId="2696"/>
        <pc:sldMkLst>
          <pc:docMk/>
          <pc:sldMk cId="0" sldId="257"/>
        </pc:sldMkLst>
      </pc:sldChg>
      <pc:sldChg chg="del">
        <pc:chgData name="abdelrahman hamouda" userId="5d256279cb33498f" providerId="LiveId" clId="{4AFE6104-7B1C-4839-9D2C-95443A303709}" dt="2026-04-20T16:05:45.712" v="411" actId="2696"/>
        <pc:sldMkLst>
          <pc:docMk/>
          <pc:sldMk cId="0" sldId="258"/>
        </pc:sldMkLst>
      </pc:sldChg>
      <pc:sldChg chg="modSp del mod">
        <pc:chgData name="abdelrahman hamouda" userId="5d256279cb33498f" providerId="LiveId" clId="{4AFE6104-7B1C-4839-9D2C-95443A303709}" dt="2026-04-20T16:05:24.507" v="407" actId="2696"/>
        <pc:sldMkLst>
          <pc:docMk/>
          <pc:sldMk cId="0" sldId="259"/>
        </pc:sldMkLst>
        <pc:spChg chg="mod">
          <ac:chgData name="abdelrahman hamouda" userId="5d256279cb33498f" providerId="LiveId" clId="{4AFE6104-7B1C-4839-9D2C-95443A303709}" dt="2026-04-20T16:05:07.401" v="405" actId="1076"/>
          <ac:spMkLst>
            <pc:docMk/>
            <pc:sldMk cId="0" sldId="259"/>
            <ac:spMk id="4" creationId="{00000000-0000-0000-0000-000000000000}"/>
          </ac:spMkLst>
        </pc:spChg>
      </pc:sldChg>
      <pc:sldChg chg="del">
        <pc:chgData name="abdelrahman hamouda" userId="5d256279cb33498f" providerId="LiveId" clId="{4AFE6104-7B1C-4839-9D2C-95443A303709}" dt="2026-04-20T16:06:47.258" v="419" actId="2696"/>
        <pc:sldMkLst>
          <pc:docMk/>
          <pc:sldMk cId="359869820" sldId="261"/>
        </pc:sldMkLst>
      </pc:sldChg>
      <pc:sldChg chg="modSp mod">
        <pc:chgData name="abdelrahman hamouda" userId="5d256279cb33498f" providerId="LiveId" clId="{4AFE6104-7B1C-4839-9D2C-95443A303709}" dt="2026-04-20T16:07:54.983" v="431" actId="14100"/>
        <pc:sldMkLst>
          <pc:docMk/>
          <pc:sldMk cId="4179449450" sldId="262"/>
        </pc:sldMkLst>
        <pc:spChg chg="mod">
          <ac:chgData name="abdelrahman hamouda" userId="5d256279cb33498f" providerId="LiveId" clId="{4AFE6104-7B1C-4839-9D2C-95443A303709}" dt="2026-04-20T16:07:52.681" v="430" actId="14100"/>
          <ac:spMkLst>
            <pc:docMk/>
            <pc:sldMk cId="4179449450" sldId="262"/>
            <ac:spMk id="2" creationId="{15FFD7D4-EEF7-96A4-E11B-BB2FD76F7803}"/>
          </ac:spMkLst>
        </pc:spChg>
        <pc:spChg chg="mod">
          <ac:chgData name="abdelrahman hamouda" userId="5d256279cb33498f" providerId="LiveId" clId="{4AFE6104-7B1C-4839-9D2C-95443A303709}" dt="2026-04-20T16:07:54.983" v="431" actId="14100"/>
          <ac:spMkLst>
            <pc:docMk/>
            <pc:sldMk cId="4179449450" sldId="262"/>
            <ac:spMk id="3" creationId="{C93B637B-40FD-BD65-A657-D5DD52345AFC}"/>
          </ac:spMkLst>
        </pc:spChg>
      </pc:sldChg>
      <pc:sldChg chg="modSp new mod ord">
        <pc:chgData name="abdelrahman hamouda" userId="5d256279cb33498f" providerId="LiveId" clId="{4AFE6104-7B1C-4839-9D2C-95443A303709}" dt="2026-04-20T16:06:57.533" v="421" actId="14100"/>
        <pc:sldMkLst>
          <pc:docMk/>
          <pc:sldMk cId="1003652745" sldId="263"/>
        </pc:sldMkLst>
        <pc:spChg chg="mod">
          <ac:chgData name="abdelrahman hamouda" userId="5d256279cb33498f" providerId="LiveId" clId="{4AFE6104-7B1C-4839-9D2C-95443A303709}" dt="2026-04-20T16:06:57.533" v="421" actId="14100"/>
          <ac:spMkLst>
            <pc:docMk/>
            <pc:sldMk cId="1003652745" sldId="263"/>
            <ac:spMk id="2" creationId="{34E55DE7-3EF6-BB75-3FDD-B8E252A376A8}"/>
          </ac:spMkLst>
        </pc:spChg>
        <pc:spChg chg="mod">
          <ac:chgData name="abdelrahman hamouda" userId="5d256279cb33498f" providerId="LiveId" clId="{4AFE6104-7B1C-4839-9D2C-95443A303709}" dt="2026-04-20T16:04:03.614" v="399" actId="2710"/>
          <ac:spMkLst>
            <pc:docMk/>
            <pc:sldMk cId="1003652745" sldId="263"/>
            <ac:spMk id="3" creationId="{BF7D8D9F-1781-181A-D50C-565284A0E9F8}"/>
          </ac:spMkLst>
        </pc:spChg>
      </pc:sldChg>
      <pc:sldChg chg="new del">
        <pc:chgData name="abdelrahman hamouda" userId="5d256279cb33498f" providerId="LiveId" clId="{4AFE6104-7B1C-4839-9D2C-95443A303709}" dt="2026-04-20T15:53:00.427" v="30" actId="2696"/>
        <pc:sldMkLst>
          <pc:docMk/>
          <pc:sldMk cId="2494547054" sldId="263"/>
        </pc:sldMkLst>
      </pc:sldChg>
      <pc:sldChg chg="add del">
        <pc:chgData name="abdelrahman hamouda" userId="5d256279cb33498f" providerId="LiveId" clId="{4AFE6104-7B1C-4839-9D2C-95443A303709}" dt="2026-04-20T15:53:23.160" v="33" actId="2696"/>
        <pc:sldMkLst>
          <pc:docMk/>
          <pc:sldMk cId="10037613" sldId="264"/>
        </pc:sldMkLst>
      </pc:sldChg>
      <pc:sldChg chg="modSp new mod">
        <pc:chgData name="abdelrahman hamouda" userId="5d256279cb33498f" providerId="LiveId" clId="{4AFE6104-7B1C-4839-9D2C-95443A303709}" dt="2026-04-20T16:07:40.969" v="429" actId="14100"/>
        <pc:sldMkLst>
          <pc:docMk/>
          <pc:sldMk cId="147116962" sldId="264"/>
        </pc:sldMkLst>
        <pc:spChg chg="mod">
          <ac:chgData name="abdelrahman hamouda" userId="5d256279cb33498f" providerId="LiveId" clId="{4AFE6104-7B1C-4839-9D2C-95443A303709}" dt="2026-04-20T16:07:31.865" v="426" actId="14100"/>
          <ac:spMkLst>
            <pc:docMk/>
            <pc:sldMk cId="147116962" sldId="264"/>
            <ac:spMk id="2" creationId="{4365A152-C955-9D77-64D9-BE08766E9811}"/>
          </ac:spMkLst>
        </pc:spChg>
        <pc:spChg chg="mod">
          <ac:chgData name="abdelrahman hamouda" userId="5d256279cb33498f" providerId="LiveId" clId="{4AFE6104-7B1C-4839-9D2C-95443A303709}" dt="2026-04-20T16:07:40.969" v="429" actId="14100"/>
          <ac:spMkLst>
            <pc:docMk/>
            <pc:sldMk cId="147116962" sldId="264"/>
            <ac:spMk id="3" creationId="{FC3025DE-D974-5330-995D-65F3C9A648F3}"/>
          </ac:spMkLst>
        </pc:spChg>
      </pc:sldChg>
      <pc:sldChg chg="modSp new mod">
        <pc:chgData name="abdelrahman hamouda" userId="5d256279cb33498f" providerId="LiveId" clId="{4AFE6104-7B1C-4839-9D2C-95443A303709}" dt="2026-04-20T16:07:27.415" v="425" actId="14100"/>
        <pc:sldMkLst>
          <pc:docMk/>
          <pc:sldMk cId="417891176" sldId="265"/>
        </pc:sldMkLst>
        <pc:spChg chg="mod">
          <ac:chgData name="abdelrahman hamouda" userId="5d256279cb33498f" providerId="LiveId" clId="{4AFE6104-7B1C-4839-9D2C-95443A303709}" dt="2026-04-20T16:07:25.523" v="424" actId="14100"/>
          <ac:spMkLst>
            <pc:docMk/>
            <pc:sldMk cId="417891176" sldId="265"/>
            <ac:spMk id="2" creationId="{09F47825-5E1A-72C4-9AA7-B3DC6C0EE3F1}"/>
          </ac:spMkLst>
        </pc:spChg>
        <pc:spChg chg="mod">
          <ac:chgData name="abdelrahman hamouda" userId="5d256279cb33498f" providerId="LiveId" clId="{4AFE6104-7B1C-4839-9D2C-95443A303709}" dt="2026-04-20T16:07:27.415" v="425" actId="14100"/>
          <ac:spMkLst>
            <pc:docMk/>
            <pc:sldMk cId="417891176" sldId="265"/>
            <ac:spMk id="3" creationId="{5F0A3184-2490-6A94-06D1-C3B324E80A26}"/>
          </ac:spMkLst>
        </pc:spChg>
      </pc:sldChg>
      <pc:sldChg chg="modSp new mod">
        <pc:chgData name="abdelrahman hamouda" userId="5d256279cb33498f" providerId="LiveId" clId="{4AFE6104-7B1C-4839-9D2C-95443A303709}" dt="2026-04-20T16:07:21.089" v="423" actId="14100"/>
        <pc:sldMkLst>
          <pc:docMk/>
          <pc:sldMk cId="1112456036" sldId="266"/>
        </pc:sldMkLst>
        <pc:spChg chg="mod">
          <ac:chgData name="abdelrahman hamouda" userId="5d256279cb33498f" providerId="LiveId" clId="{4AFE6104-7B1C-4839-9D2C-95443A303709}" dt="2026-04-20T16:07:13.213" v="422" actId="14100"/>
          <ac:spMkLst>
            <pc:docMk/>
            <pc:sldMk cId="1112456036" sldId="266"/>
            <ac:spMk id="2" creationId="{DC666C53-CD43-48AE-F80C-5BFB3D5F4A0A}"/>
          </ac:spMkLst>
        </pc:spChg>
        <pc:spChg chg="mod">
          <ac:chgData name="abdelrahman hamouda" userId="5d256279cb33498f" providerId="LiveId" clId="{4AFE6104-7B1C-4839-9D2C-95443A303709}" dt="2026-04-20T16:07:21.089" v="423" actId="14100"/>
          <ac:spMkLst>
            <pc:docMk/>
            <pc:sldMk cId="1112456036" sldId="266"/>
            <ac:spMk id="3" creationId="{5F9E7D17-CA50-B993-C600-8DE1D6C575C1}"/>
          </ac:spMkLst>
        </pc:spChg>
      </pc:sldChg>
      <pc:sldChg chg="modSp new mod">
        <pc:chgData name="abdelrahman hamouda" userId="5d256279cb33498f" providerId="LiveId" clId="{4AFE6104-7B1C-4839-9D2C-95443A303709}" dt="2026-04-20T16:06:49.068" v="420"/>
        <pc:sldMkLst>
          <pc:docMk/>
          <pc:sldMk cId="3959848115" sldId="267"/>
        </pc:sldMkLst>
        <pc:spChg chg="mod">
          <ac:chgData name="abdelrahman hamouda" userId="5d256279cb33498f" providerId="LiveId" clId="{4AFE6104-7B1C-4839-9D2C-95443A303709}" dt="2026-04-20T16:06:39.866" v="418"/>
          <ac:spMkLst>
            <pc:docMk/>
            <pc:sldMk cId="3959848115" sldId="267"/>
            <ac:spMk id="2" creationId="{07D14186-8381-AFFC-30D0-936A39928D8A}"/>
          </ac:spMkLst>
        </pc:spChg>
        <pc:spChg chg="mod">
          <ac:chgData name="abdelrahman hamouda" userId="5d256279cb33498f" providerId="LiveId" clId="{4AFE6104-7B1C-4839-9D2C-95443A303709}" dt="2026-04-20T16:06:49.068" v="420"/>
          <ac:spMkLst>
            <pc:docMk/>
            <pc:sldMk cId="3959848115" sldId="267"/>
            <ac:spMk id="3" creationId="{40D9BA0A-3F46-53FC-A480-2135207018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6858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6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82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4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7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8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0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1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7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1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7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3643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63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27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9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52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27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8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4186-8381-AFFC-30D0-936A39928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N-QUEENS PROJECT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9BA0A-3F46-53FC-A480-213520701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Abdelrahman Jehad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4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5DE7-3EF6-BB75-3FDD-B8E252A3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68094"/>
            <a:ext cx="8258783" cy="1702339"/>
          </a:xfrm>
        </p:spPr>
        <p:txBody>
          <a:bodyPr/>
          <a:lstStyle/>
          <a:p>
            <a:r>
              <a:rPr lang="en-US" dirty="0"/>
              <a:t>What is the N-Queens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8D9F-1781-181A-D50C-565284A0E9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278" y="1288863"/>
            <a:ext cx="8550612" cy="407107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You have  :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An N × N chessboard  &amp; N queens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Target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:   Place all queens on the board so that; No two queens attack each other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How can a queen attack?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           -Horizontally (same row)           -Vertically (same column)           -Diagonally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 So the rule is:</a:t>
            </a:r>
            <a:br>
              <a:rPr lang="en-US" sz="1800" dirty="0"/>
            </a:br>
            <a:r>
              <a:rPr lang="en-US" sz="1800" dirty="0"/>
              <a:t>       ❌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No same                                        ❌ No same column                          ❌ No same diagonal 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Goal  is to : Place N queens such that: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                                -Each queen is safe                                                             -No conflicts at all</a:t>
            </a:r>
          </a:p>
        </p:txBody>
      </p:sp>
    </p:spTree>
    <p:extLst>
      <p:ext uri="{BB962C8B-B14F-4D97-AF65-F5344CB8AC3E}">
        <p14:creationId xmlns:p14="http://schemas.microsoft.com/office/powerpoint/2010/main" val="100365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6C53-CD43-48AE-F80C-5BFB3D5F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1" y="685801"/>
            <a:ext cx="8107732" cy="1151965"/>
          </a:xfrm>
        </p:spPr>
        <p:txBody>
          <a:bodyPr/>
          <a:lstStyle/>
          <a:p>
            <a:r>
              <a:rPr lang="en-US" sz="4400" dirty="0"/>
              <a:t>-PEAS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7D17-CA50-B993-C600-8DE1D6C57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81" y="2063396"/>
            <a:ext cx="8107732" cy="3311189"/>
          </a:xfrm>
        </p:spPr>
        <p:txBody>
          <a:bodyPr/>
          <a:lstStyle/>
          <a:p>
            <a:r>
              <a:rPr lang="en-US" dirty="0"/>
              <a:t>Performance Measure:</a:t>
            </a:r>
            <a:r>
              <a:rPr lang="en-US" dirty="0">
                <a:solidFill>
                  <a:srgbClr val="C00000"/>
                </a:solidFill>
              </a:rPr>
              <a:t> All queens placed with no conflicts(Struggles).</a:t>
            </a:r>
          </a:p>
          <a:p>
            <a:r>
              <a:rPr lang="en-US" dirty="0"/>
              <a:t>Environment: </a:t>
            </a:r>
            <a:r>
              <a:rPr lang="en-US" dirty="0">
                <a:solidFill>
                  <a:srgbClr val="C00000"/>
                </a:solidFill>
              </a:rPr>
              <a:t>N×N chessboard.</a:t>
            </a:r>
          </a:p>
          <a:p>
            <a:r>
              <a:rPr lang="en-US" dirty="0"/>
              <a:t>Actuators: </a:t>
            </a:r>
            <a:r>
              <a:rPr lang="en-US" dirty="0">
                <a:solidFill>
                  <a:srgbClr val="C00000"/>
                </a:solidFill>
              </a:rPr>
              <a:t>Place or move queens on the board.</a:t>
            </a:r>
          </a:p>
          <a:p>
            <a:r>
              <a:rPr lang="en-US" dirty="0"/>
              <a:t>Sensors: </a:t>
            </a:r>
            <a:r>
              <a:rPr lang="en-US" dirty="0">
                <a:solidFill>
                  <a:srgbClr val="C00000"/>
                </a:solidFill>
              </a:rPr>
              <a:t>Detect queen positions and conflicts.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5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7825-5E1A-72C4-9AA7-B3DC6C0E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32" y="685801"/>
            <a:ext cx="8195281" cy="1151965"/>
          </a:xfrm>
        </p:spPr>
        <p:txBody>
          <a:bodyPr/>
          <a:lstStyle/>
          <a:p>
            <a:r>
              <a:rPr lang="en-US" sz="4400" dirty="0"/>
              <a:t>-ODESA (Task Environment)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A3184-2490-6A94-06D1-C3B324E80A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4553" y="2063396"/>
            <a:ext cx="8115828" cy="3311189"/>
          </a:xfrm>
        </p:spPr>
        <p:txBody>
          <a:bodyPr/>
          <a:lstStyle/>
          <a:p>
            <a:r>
              <a:rPr lang="en-US" dirty="0"/>
              <a:t>Observable: </a:t>
            </a:r>
            <a:r>
              <a:rPr lang="en-US" dirty="0">
                <a:solidFill>
                  <a:srgbClr val="C00000"/>
                </a:solidFill>
              </a:rPr>
              <a:t>Fully observable.</a:t>
            </a:r>
          </a:p>
          <a:p>
            <a:r>
              <a:rPr lang="en-US" dirty="0"/>
              <a:t>Deterministic</a:t>
            </a:r>
            <a:r>
              <a:rPr lang="en-US" dirty="0">
                <a:solidFill>
                  <a:srgbClr val="C00000"/>
                </a:solidFill>
              </a:rPr>
              <a:t>: Actions have predictable outcomes.</a:t>
            </a:r>
          </a:p>
          <a:p>
            <a:r>
              <a:rPr lang="en-US" dirty="0"/>
              <a:t>Sequential: </a:t>
            </a:r>
            <a:r>
              <a:rPr lang="en-US" dirty="0">
                <a:solidFill>
                  <a:srgbClr val="C00000"/>
                </a:solidFill>
              </a:rPr>
              <a:t>Each move affects the next.</a:t>
            </a:r>
          </a:p>
          <a:p>
            <a:r>
              <a:rPr lang="en-US" dirty="0"/>
              <a:t>Static: </a:t>
            </a:r>
            <a:r>
              <a:rPr lang="en-US" dirty="0">
                <a:solidFill>
                  <a:srgbClr val="C00000"/>
                </a:solidFill>
              </a:rPr>
              <a:t>Board does not change during solving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Agent: </a:t>
            </a:r>
            <a:r>
              <a:rPr lang="en-US" dirty="0">
                <a:solidFill>
                  <a:srgbClr val="C00000"/>
                </a:solidFill>
              </a:rPr>
              <a:t>Single-agent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A152-C955-9D77-64D9-BE08766E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60" y="685801"/>
            <a:ext cx="8185553" cy="1151965"/>
          </a:xfrm>
        </p:spPr>
        <p:txBody>
          <a:bodyPr/>
          <a:lstStyle/>
          <a:p>
            <a:r>
              <a:rPr lang="en-US" sz="4400" dirty="0"/>
              <a:t>-Agent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25DE-D974-5330-995D-65F3C9A648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460" y="2063396"/>
            <a:ext cx="8482519" cy="3311189"/>
          </a:xfrm>
        </p:spPr>
        <p:txBody>
          <a:bodyPr/>
          <a:lstStyle/>
          <a:p>
            <a:r>
              <a:rPr lang="en-US" dirty="0"/>
              <a:t>Goal-Based Agent.</a:t>
            </a:r>
          </a:p>
          <a:p>
            <a:r>
              <a:rPr lang="en-US" dirty="0"/>
              <a:t>Agent searches for a configuration that satisfies constraints.</a:t>
            </a:r>
          </a:p>
          <a:p>
            <a:r>
              <a:rPr lang="en-US" dirty="0"/>
              <a:t>Typical algorithms: </a:t>
            </a:r>
            <a:r>
              <a:rPr lang="en-US" dirty="0">
                <a:solidFill>
                  <a:srgbClr val="C00000"/>
                </a:solidFill>
              </a:rPr>
              <a:t>Backtracking,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Heuristic 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Genetic.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0C8F-FD51-A778-5B3F-6295DBD1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91" y="165370"/>
            <a:ext cx="8287966" cy="865762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FIRST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chemeClr val="tx1"/>
                </a:solidFill>
              </a:rPr>
              <a:t>: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Backtracking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DA91-E12D-C8DE-2046-809BAC89F3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749" y="700391"/>
            <a:ext cx="8122596" cy="4883285"/>
          </a:xfrm>
        </p:spPr>
        <p:txBody>
          <a:bodyPr>
            <a:normAutofit/>
          </a:bodyPr>
          <a:lstStyle/>
          <a:p>
            <a:r>
              <a:rPr lang="en-US" sz="2400" dirty="0"/>
              <a:t>Tries all possibilities recursively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Places queens column by column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Backtracks when conflict occurs </a:t>
            </a:r>
          </a:p>
          <a:p>
            <a:r>
              <a:rPr lang="en-US" sz="2400" dirty="0"/>
              <a:t> Pros: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Always finds correct solution </a:t>
            </a:r>
          </a:p>
          <a:p>
            <a:r>
              <a:rPr lang="en-US" sz="2400" dirty="0"/>
              <a:t> Cons: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Very slow for large 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7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1F53B-2552-D11F-96DB-9E22EB02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3" y="0"/>
            <a:ext cx="8210146" cy="1147864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</a:rPr>
              <a:t>Second :</a:t>
            </a:r>
            <a:r>
              <a:rPr lang="ar-EG" sz="4400" b="1" dirty="0">
                <a:solidFill>
                  <a:schemeClr val="tx1"/>
                </a:solidFill>
              </a:rPr>
              <a:t> </a:t>
            </a:r>
            <a:r>
              <a:rPr lang="en-US" dirty="0"/>
              <a:t>DFS (Depth First Search)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C0F8-3EF4-2BC9-C4FE-DE84522087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1" y="787940"/>
            <a:ext cx="7796030" cy="4586645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/>
              <a:t>Steps: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Start from first column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Try placing a queen in each row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Move to next column recursively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If conflict occurs → backtrack (undo move) </a:t>
            </a:r>
          </a:p>
          <a:p>
            <a:r>
              <a:rPr lang="en-US" sz="2400" b="1" dirty="0"/>
              <a:t>Pros: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Simple and easy to implement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Guarantees finding a solution (if it exists) </a:t>
            </a:r>
          </a:p>
          <a:p>
            <a:r>
              <a:rPr lang="en-US" sz="2200" b="1" dirty="0"/>
              <a:t>Cons: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Very slow for large search spaces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May explore many unnecessary paths</a:t>
            </a:r>
          </a:p>
        </p:txBody>
      </p:sp>
    </p:spTree>
    <p:extLst>
      <p:ext uri="{BB962C8B-B14F-4D97-AF65-F5344CB8AC3E}">
        <p14:creationId xmlns:p14="http://schemas.microsoft.com/office/powerpoint/2010/main" val="1064079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EEA0-0368-35F3-D91E-2CE38A57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09" y="1"/>
            <a:ext cx="8096372" cy="113813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Third 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Genetic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E27E7-B233-61A3-28FA-277C4F9A32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1" y="1031132"/>
            <a:ext cx="7796030" cy="43434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population of solutions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Steps: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Selection (best solutions)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Crossover (combine solutions)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Mutation (random changes) </a:t>
            </a:r>
          </a:p>
          <a:p>
            <a:r>
              <a:rPr lang="en-US" sz="2400" dirty="0"/>
              <a:t>Pros: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Good for large search spaces </a:t>
            </a:r>
          </a:p>
          <a:p>
            <a:r>
              <a:rPr lang="en-US" sz="2400" dirty="0"/>
              <a:t>Cons: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Not guaranteed optimal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89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513" y="0"/>
            <a:ext cx="9144000" cy="685800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8724"/>
            <a:ext cx="9144000" cy="1254154"/>
          </a:xfrm>
        </p:spPr>
        <p:txBody>
          <a:bodyPr>
            <a:normAutofit/>
          </a:bodyPr>
          <a:lstStyle/>
          <a:p>
            <a:pPr algn="ctr"/>
            <a:r>
              <a:rPr sz="4800" i="1" dirty="0"/>
              <a:t>N-Queens Example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347549" y="135401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96189" y="1354016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44819" y="135401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02255" y="1336432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59693" y="1327640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117123" y="1327640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5762" y="1321135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2" y="131287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47549" y="1885072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9153" y="1902655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0102" y="1893864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02257" y="189386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59691" y="1885072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108333" y="1876280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5656972" y="1866525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852193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56341" y="2433712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13773" y="246008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62411" y="2442503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11051" y="2451302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59693" y="244250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17125" y="2433712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2246" y="242438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2" y="239150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56340" y="2991144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13773" y="3008725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62411" y="2999936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11054" y="3008728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59691" y="2991144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17118" y="299114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62246" y="2980113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18" y="2949473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73927" y="350461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13771" y="3513405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71205" y="3557362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4011053" y="355736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68487" y="354857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125919" y="355736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74557" y="3530992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18" y="348878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356336" y="406204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04978" y="4062048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3453620" y="4097216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Rectangle 46"/>
          <p:cNvSpPr/>
          <p:nvPr/>
        </p:nvSpPr>
        <p:spPr>
          <a:xfrm>
            <a:off x="4011043" y="409721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59696" y="4097216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17127" y="408842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665756" y="4088424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2" y="4046753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356339" y="4610688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13770" y="4619480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Rectangle 53"/>
          <p:cNvSpPr/>
          <p:nvPr/>
        </p:nvSpPr>
        <p:spPr>
          <a:xfrm>
            <a:off x="3462409" y="4654648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011053" y="4654648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68483" y="464585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25917" y="4619479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669274" y="4619745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217918" y="4561983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356343" y="5168120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913775" y="5168120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471198" y="5168120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019845" y="5159328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7269" y="5141744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25913" y="5141744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69278" y="5124689"/>
            <a:ext cx="548640" cy="5486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17918" y="5117656"/>
            <a:ext cx="54864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338753" y="1371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17489" y="1893863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Q</a:t>
            </a:r>
            <a:endParaRPr dirty="0"/>
          </a:p>
        </p:txBody>
      </p:sp>
      <p:sp>
        <p:nvSpPr>
          <p:cNvPr id="70" name="TextBox 69"/>
          <p:cNvSpPr txBox="1"/>
          <p:nvPr/>
        </p:nvSpPr>
        <p:spPr>
          <a:xfrm>
            <a:off x="6217920" y="2415593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17123" y="299114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6480" y="3557365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56973" y="409721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0148" y="46282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5118" y="515053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Q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184</TotalTime>
  <Words>350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Impact</vt:lpstr>
      <vt:lpstr>Main Event</vt:lpstr>
      <vt:lpstr>N-QUEENS PROJECT </vt:lpstr>
      <vt:lpstr>What is the N-Queens Problem?</vt:lpstr>
      <vt:lpstr>-PEAS Framework</vt:lpstr>
      <vt:lpstr>-ODESA (Task Environment)</vt:lpstr>
      <vt:lpstr>-Agent Type</vt:lpstr>
      <vt:lpstr>FIRST : Backtracking </vt:lpstr>
      <vt:lpstr>Second : DFS (Depth First Search)</vt:lpstr>
      <vt:lpstr>Third : Genetic Algorithm</vt:lpstr>
      <vt:lpstr>N-Queens Example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abdelrahman hamouda</cp:lastModifiedBy>
  <cp:revision>10</cp:revision>
  <dcterms:created xsi:type="dcterms:W3CDTF">2013-01-27T09:14:16Z</dcterms:created>
  <dcterms:modified xsi:type="dcterms:W3CDTF">2026-05-04T08:58:45Z</dcterms:modified>
  <cp:category/>
</cp:coreProperties>
</file>